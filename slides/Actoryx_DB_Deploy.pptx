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128016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50808" y="310896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457200"/>
            <a:ext cx="109728" cy="109728"/>
          </a:xfrm>
          <a:prstGeom prst="ellipse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70848" y="566928"/>
            <a:ext cx="64008" cy="64008"/>
          </a:xfrm>
          <a:prstGeom prst="ellipse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2743200" cy="1828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56032" y="2212848"/>
            <a:ext cx="8631936" cy="1097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2340864"/>
            <a:ext cx="8631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+ Deployment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256032" y="3090672"/>
            <a:ext cx="8631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MongoDB · Deploying FastAPI on Hugging Face Spaces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6032" y="3749040"/>
            <a:ext cx="1627632" cy="27432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" y="37490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975104" y="3749040"/>
            <a:ext cx="1627632" cy="274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75104" y="37490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MySQL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94176" y="3749040"/>
            <a:ext cx="1627632" cy="27432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94176" y="37490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MongoDB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13248" y="3749040"/>
            <a:ext cx="1627632" cy="274320"/>
          </a:xfrm>
          <a:prstGeom prst="rect">
            <a:avLst/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13248" y="37490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.env secrets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132320" y="3749040"/>
            <a:ext cx="1627632" cy="2743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0" y="37490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HF Deploy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56032" y="4754880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Actoryx Technologies  ·  Session 2  ·  2 Hours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8288"/>
            <a:ext cx="1298448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7632" y="91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  ·  Same app, persistent data, live on the internet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FastAPI app from Session 1 — today it gets a real database and a public URL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2697480" cy="164592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14300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143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116128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16002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in-memory fails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vs NoSQL mental model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2322576"/>
            <a:ext cx="118872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232257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min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82112" y="1005840"/>
            <a:ext cx="2697480" cy="16459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19272" y="114300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19272" y="1143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730752" y="116128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319272" y="16002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· CRUD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sessions · Migrations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319272" y="2322576"/>
            <a:ext cx="118872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19272" y="232257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10–45 min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089904" y="1005840"/>
            <a:ext cx="2697480" cy="164592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27064" y="114300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27064" y="1143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38544" y="116128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227064" y="16002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driver · Documents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· Side-by-side compare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27064" y="2322576"/>
            <a:ext cx="118872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27064" y="232257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45–80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728216" y="2926080"/>
            <a:ext cx="2697480" cy="1645920"/>
          </a:xfrm>
          <a:prstGeom prst="rect">
            <a:avLst/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65376" y="306324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865376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2276856" y="30815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+ secrets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865376" y="35204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 credentials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865376" y="4242816"/>
            <a:ext cx="118872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865376" y="42428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80–85 min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672584" y="2926080"/>
            <a:ext cx="2697480" cy="16459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809744" y="306324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09744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221224" y="30815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Deploy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4809744" y="35204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· Port 7860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cloud DB · Live URL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809744" y="4242816"/>
            <a:ext cx="118872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809744" y="42428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85–115 min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720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dict  →  MySQL  →  MongoDB  →  .env  →  live on Hugging Face Spaces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8288"/>
            <a:ext cx="1298448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7632" y="91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·  Why databases?  SQL vs NoSQL  ·  0 – 10 min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274320" y="658368"/>
            <a:ext cx="8595360" cy="43891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66751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restart yesterday's server → all items gone. Data lived in memory, not on disk. Today we fix this.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225296"/>
            <a:ext cx="4206240" cy="3218688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225296"/>
            <a:ext cx="4206240" cy="3657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316736"/>
            <a:ext cx="1828800" cy="23774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3167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structured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16459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11480" y="19751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+ Rows + Schema + Relations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240487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23134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schema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6928" y="2532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defined upfront — all rows same shape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1480" y="284378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2752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6928" y="29718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User.id linked to Order.user_id — enforced by DB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" y="328269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31912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6928" y="3410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Guarantees: all-or-nothing writes, no partial saves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11480" y="372160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36301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66928" y="38496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structure · financial data · relational data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663440" y="1225296"/>
            <a:ext cx="4206240" cy="3218688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63440" y="1225296"/>
            <a:ext cx="4206240" cy="36576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00600" y="1316736"/>
            <a:ext cx="1828800" cy="23774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00600" y="13167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— flexible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00600" y="16459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800600" y="19751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+ Documents + No fixed schema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800600" y="240487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56048" y="23134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model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956048" y="2532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document is JSON-like — can have different fields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800600" y="284378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956048" y="2752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foreign keys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956048" y="29718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related data inside the document itself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800600" y="328269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56048" y="31912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schema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956048" y="3410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fields anytime without migrations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800600" y="372160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956048" y="36301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956048" y="38496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logs · LLM outputs · evolving data · nested structures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274320" y="4572000"/>
            <a:ext cx="8595360" cy="329184"/>
          </a:xfrm>
          <a:prstGeom prst="rect">
            <a:avLst/>
          </a:prstGeom>
          <a:solidFill>
            <a:srgbClr val="FFF8E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11480" y="458114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wire the same Item CRUD to MySQL first, then MongoDB — team sees both patterns on the same app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64592"/>
            <a:ext cx="1737360" cy="11612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" y="1508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137160" y="257860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FastAPI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" y="3429000"/>
            <a:ext cx="14630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" y="3429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45 min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37160" y="3794760"/>
            <a:ext cx="1645920" cy="21945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" y="37947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SQLAlchemy  +  aiomysql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999232" y="65836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999232" y="97840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54680" y="896112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sqlalchemy aiomysql · connection string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154680" y="1124712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DATABASE_URL = "mysql+aiomysql://user:pass@host/db"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999232" y="145389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54680" y="137160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model vs Pydantic model — two different things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154680" y="1600200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model = table definition · Pydantic model = API shape · never mix them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99232" y="192938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54680" y="1847088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session via Depends() — get_db() injects AsyncSession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154680" y="207568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scoped per request · commit/rollback handled cleanly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999232" y="241401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999232" y="273405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154680" y="265176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— session.add(item) + await session.commit()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3154680" y="2880360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validates → ORM saves → return created row with id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999232" y="320954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154680" y="3127248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— session.execute(select(Item).where(...))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3154680" y="335584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scalars().all() for list · .first() for single · 404 if None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999232" y="368503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154680" y="3602736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with Alembic — schema versioned, never edit DB by hand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3154680" y="3831336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revision --autogenerate  ·  alembic upgrade head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74320" y="4617720"/>
            <a:ext cx="8595360" cy="402336"/>
          </a:xfrm>
          <a:prstGeom prst="rect">
            <a:avLst/>
          </a:prstGeom>
          <a:solidFill>
            <a:srgbClr val="FFF8E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46360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 Wire Item CRUD to a MySQL table — POST creates row, GET reads it, DELETE removes it. Verify in DBeaver.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8288"/>
            <a:ext cx="1298448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7632" y="91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 ·  MongoDB with FastAPI — Motor async driver  ·  45 – 80 min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74320" y="71323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 + SETUP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03327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9768" y="950976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not rows — JSON-like, no fixed schema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29768" y="1179576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= table · Document = row · each doc can differ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15087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9768" y="1426464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MongoDB wins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29768" y="165506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data · agent logs · LLM outputs · evolving schema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198424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9768" y="1901952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motor · AsyncIOMotorClient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29768" y="2130552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is the async Mongo driver — same concept as aiomysql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245973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9768" y="2377440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Lifespan event — connect on startup, share via app.state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29768" y="260604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client for the whole app lifetime — not per-request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293522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9768" y="2852928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PyObjectId — handle _id cleanly in Pydantic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29768" y="3081528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ObjectId ↔ str conversion — show the gotcha early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663440" y="7132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103327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18888" y="950976"/>
            <a:ext cx="4050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— await collection.insert_one(doc)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818888" y="1179576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.model_dump() · get back inserted_id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663440" y="15087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18888" y="1426464"/>
            <a:ext cx="4050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— find_one({'_id': ObjectId(id)})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818888" y="1655064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find() for list · find_one() for single · None → 404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663440" y="198424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18888" y="1901952"/>
            <a:ext cx="4050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— $set operator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4818888" y="2130552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{"$set": {"name": "new"}} — MongoDB update syntax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663440" y="245973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18888" y="2377440"/>
            <a:ext cx="4050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await collection.delete_one(...)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4818888" y="2606040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deleted_count == 0 → 404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663440" y="294436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— SIDE BY SIDE COMPARE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663440" y="3255264"/>
            <a:ext cx="4206240" cy="713232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00600" y="331012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both POST /items (MySQL and MongoDB) side by side — same Pydantic model, different DB calls. Team sees the seam.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274320" y="4617720"/>
            <a:ext cx="8595360" cy="402336"/>
          </a:xfrm>
          <a:prstGeom prst="rect">
            <a:avLst/>
          </a:prstGeom>
          <a:solidFill>
            <a:srgbClr val="FFF8E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11480" y="46360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 Wire same CRUD to MongoDB · add tags: list field (no migration needed) · compare code with MySQL version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274320" y="4572000"/>
            <a:ext cx="8595360" cy="292608"/>
          </a:xfrm>
          <a:prstGeom prst="rect">
            <a:avLst/>
          </a:prstGeom>
          <a:solidFill>
            <a:srgbClr val="EEF2FF"/>
          </a:solidFill>
          <a:ln w="10160">
            <a:solidFill>
              <a:srgbClr val="C7D2F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1480" y="458114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evolves:  </a:t>
            </a:r>
            <a:pPr algn="l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row (fixed schema)  →  </a:t>
            </a:r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document (flexible, nested, no migration)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8288"/>
            <a:ext cx="1298448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7632" y="91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 ·  Environment variables &amp; secrets before we deploy  ·  80 – 85 min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274320" y="658368"/>
            <a:ext cx="859536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667512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push DATABASE_URL to a public repo, that credential is compromised immediately. Do this step before deployment.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122529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PYDANTIC-SETTINGS PATTERN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" y="154533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9768" y="1463040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pydantic-settings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29768" y="169164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of Pydantic — reads env vars automatically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202082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9768" y="1938528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Settings(BaseSettings)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29768" y="2167128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DATABASE_URL, MONGO_URL, API_KEY — one place, typed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249631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" y="2414016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= Settings() — inject via Depends()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29768" y="2642616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 pattern the team already knows from Session 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297180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9768" y="2889504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file — key=value pairs on disk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29768" y="311810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automatically · never committed to git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63440" y="1225296"/>
            <a:ext cx="4206240" cy="260604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1225296"/>
            <a:ext cx="42062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28032" y="1316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settings.py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28032" y="16824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pydantic_settings import BaseSettings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28032" y="18653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28032" y="20482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Settings(BaseSettings):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828032" y="22311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DATABASE_URL: str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28032" y="24140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MONGO_URL: str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828032" y="25968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API_KEY: str = 'dev-only'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828032" y="27797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28032" y="29626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 Config: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828032" y="31455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env_file = '.env'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28032" y="33284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828032" y="35112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= Settings()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74320" y="40050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DEPLOYMENT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74320" y="4242816"/>
            <a:ext cx="4160520" cy="475488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11480" y="42793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to .gitignore:  .env  /  *.sqlite  /  __pycache__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617720" y="4242816"/>
            <a:ext cx="4251960" cy="475488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54880" y="4279392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HF Spaces: Settings → Variables and Secrets → paste DATABASE_URL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274320" y="4617720"/>
            <a:ext cx="8595360" cy="402336"/>
          </a:xfrm>
          <a:prstGeom prst="rect">
            <a:avLst/>
          </a:prstGeom>
          <a:solidFill>
            <a:srgbClr val="FFF8E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1480" y="46360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 Move DATABASE_URL and MONGO_URL into .env · load via Settings · add .env to .gitignore · confirm app still works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128016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50808" y="310896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457200"/>
            <a:ext cx="109728" cy="109728"/>
          </a:xfrm>
          <a:prstGeom prst="ellipse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70848" y="566928"/>
            <a:ext cx="64008" cy="64008"/>
          </a:xfrm>
          <a:prstGeom prst="ellipse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1828800" cy="12161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1536192"/>
            <a:ext cx="22860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1536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 ·  85 – 115 min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82880" y="1865376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to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Spaces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182880" y="270662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→ Docker build → public URL — in under 15 minutes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82880" y="3017520"/>
            <a:ext cx="2743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2880" y="3090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app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82880" y="348386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472" y="34015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47472" y="360273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all deps: fastapi uvicorn motor sqlalchemy aiomysql pydantic-settings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82880" y="387705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" y="37947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— 5 lines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47472" y="39959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python:3.11-slim · COPY · pip install · CMD uvicorn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82880" y="427024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7472" y="41879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7860 — HF requirement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47472" y="438912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to 0.0.0.0:7860 · most common failure if missed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154680" y="3017520"/>
            <a:ext cx="2743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54680" y="3090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on HF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154680" y="348386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19272" y="34015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secrets UI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319272" y="360273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Variables and Secrets → paste DATABASE_URL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154680" y="387705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319272" y="37947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free tier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319272" y="39959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cluster · whitelist 0.0.0.0/0 for HF IPs · paste conn string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154680" y="427024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319272" y="41879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 the repo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3319272" y="438912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in code = public credentials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126480" y="3017520"/>
            <a:ext cx="2743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26480" y="3090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+ test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126480" y="348386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91072" y="34015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to Space repo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291072" y="360273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CLI · git remote add space · git push · watch build log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126480" y="387705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91072" y="37947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public /docs URL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291072" y="39959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https://huggingface.co/spaces/{user}/{space}/docs — live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126480" y="427024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291072" y="41879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failures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6291072" y="438912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mismatch · missing req · DB whitelist · env var typo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182880" y="4645152"/>
            <a:ext cx="8686800" cy="347472"/>
          </a:xfrm>
          <a:prstGeom prst="rect">
            <a:avLst/>
          </a:prstGeom>
          <a:solidFill>
            <a:srgbClr val="2A3F5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20040" y="4654296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 Deploy MongoDB-backed items API to HF Spaces · confirm POST /items hits Atlas cloud DB · share the URL with the team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8288"/>
            <a:ext cx="1298448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7632" y="91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DETAIL  ·  The Dockerfile + project layout for HF Spaces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74320" y="67665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4160520" cy="265176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0624" y="10972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0624" y="12527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0624" y="14081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0624" y="156362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0624" y="171907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--no-cache-dir \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0624" y="1874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-r requirements.txt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20624" y="20299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20624" y="21854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20624" y="23408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20624" y="249631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HF Spaces requires port 7860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20624" y="26517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7860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20624" y="28072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20624" y="296265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["uvicorn", "app.main:app",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20624" y="3118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"--host", "0.0.0.0",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20624" y="32735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"--port", "7860"]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663440" y="6766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layout for deployment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663440" y="1005840"/>
            <a:ext cx="4206240" cy="265176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09744" y="10972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myapp/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09744" y="13350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app/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809744" y="1572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main.py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809744" y="18105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routers/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809744" y="20482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schemas/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809744" y="22860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db.py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09744" y="25237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809744" y="27614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Dockerfile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809744" y="29992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          ← never commit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809744" y="32369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.gitignore    ← add .env here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274320" y="3822192"/>
            <a:ext cx="859536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11480" y="3831336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7860 is the #1 failure point on HF Spaces.  CMD must bind to 0.0.0.0:7860 — not localhost, not 8000.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274320" y="4617720"/>
            <a:ext cx="8595360" cy="402336"/>
          </a:xfrm>
          <a:prstGeom prst="rect">
            <a:avLst/>
          </a:prstGeom>
          <a:solidFill>
            <a:srgbClr val="FFF8E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11480" y="46360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 Add Dockerfile + requirements.txt · git push to Space · watch build log · open /docs from the public URL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8288"/>
            <a:ext cx="1298448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7632" y="91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 ·  MySQL vs MongoDB — when to pick which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274320" y="685800"/>
            <a:ext cx="2834640" cy="29260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00400" y="685800"/>
            <a:ext cx="2834640" cy="29260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26480" y="685800"/>
            <a:ext cx="2743200" cy="29260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6858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0" y="6858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26480" y="685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1042416"/>
            <a:ext cx="8595360" cy="40233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10789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shape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73552" y="107899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columns, same for all rows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99632" y="107899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document can differ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1472184"/>
            <a:ext cx="8595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" y="15087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changes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273552" y="15087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 required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99632" y="150876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add the field — no migration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1901952"/>
            <a:ext cx="8595360" cy="40233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19385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273552" y="193852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enforced by DB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99632" y="19385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or reference manually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2331720"/>
            <a:ext cx="8595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4048" y="236829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273552" y="236829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ACID — all-or-nothing writes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199632" y="236829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sessions (Atlas supports multi-doc)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74320" y="2761488"/>
            <a:ext cx="8595360" cy="40233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279806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data types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273552" y="279806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users, finance, inventory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199632" y="279806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logs, LLM outputs, flexible config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74320" y="3191256"/>
            <a:ext cx="8595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32278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library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273552" y="322783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aiomysql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199632" y="322783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(AsyncIOMotorClient)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74320" y="3621024"/>
            <a:ext cx="8595360" cy="40233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84048" y="36576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style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3273552" y="365760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select(Item).where(Item.id == id)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199632" y="365760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collection.find_one({'_id': ObjectId(id)})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274320" y="4050792"/>
            <a:ext cx="8595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84048" y="40873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273552" y="408736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int (auto increment)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199632" y="408736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_id: ObjectId (auto generated)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274320" y="4572000"/>
            <a:ext cx="8595360" cy="329184"/>
          </a:xfrm>
          <a:prstGeom prst="rect">
            <a:avLst/>
          </a:prstGeom>
          <a:solidFill>
            <a:srgbClr val="FFF8E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11480" y="458114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known schema + relations → MySQL  ·  evolving shape + nested / agent data → MongoDB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128016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50808" y="310896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457200"/>
            <a:ext cx="109728" cy="109728"/>
          </a:xfrm>
          <a:prstGeom prst="ellipse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70848" y="566928"/>
            <a:ext cx="64008" cy="64008"/>
          </a:xfrm>
          <a:prstGeom prst="ellipse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82880"/>
            <a:ext cx="2560320" cy="1709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" y="2084832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own now.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201168" y="285292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Intelligence to Action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01168" y="341985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33375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 with MySQL — typed schema, ORM, async sessions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1168" y="3694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611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documents with MongoDB — Motor, nested data, no migrations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01168" y="396849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38862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 — pydantic-settings, .env, nothing hardcoded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01168" y="424281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160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public API on Hugging Face Spaces — Dockerfile, port 7860, Atlas cloud DB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01168" y="451713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4434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rule: SQL for structure, MongoDB for flexibility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1E2C"/>
          </a:solidFill>
          <a:ln w="12700">
            <a:solidFill>
              <a:srgbClr val="141E2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 Async · Streaming LLM tokens · Tool endpoints · LangGraph orchestration · your agent goes live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2026-05-13T12:16:03Z</dcterms:created>
  <dcterms:modified xsi:type="dcterms:W3CDTF">2026-05-13T12:16:03Z</dcterms:modified>
</cp:coreProperties>
</file>